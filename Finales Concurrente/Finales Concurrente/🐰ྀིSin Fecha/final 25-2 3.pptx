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xt9fVZwmNzwev1oXmbf/m9GIi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customschemas.google.com/relationships/presentationmetadata" Target="meta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150" y="444500"/>
            <a:ext cx="8521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4"/>
          <p:cNvSpPr txBox="1"/>
          <p:nvPr>
            <p:ph type="title"/>
          </p:nvPr>
        </p:nvSpPr>
        <p:spPr>
          <a:xfrm>
            <a:off x="311150" y="444500"/>
            <a:ext cx="85217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311150" y="744537"/>
            <a:ext cx="8521700" cy="1746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i="0" lang="en-US" sz="5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25/02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234950" y="215900"/>
            <a:ext cx="3787775" cy="5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00"/>
              <a:t>Final 25/02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5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Concurrente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311150" y="847725"/>
            <a:ext cx="871696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En la ciudad existen 5 robots: de los cuales 4 deben ir a la esquina (30,30) y tratar de juntar de a un objeto por vez que van hasta que no haya mas. Cuando un robot va a la esquina (30,30) y no hay mas objetos le avisa al robot número 5 el cual es el jefe que terminó. Una vez que todos terminaron el robot jefe le dice al tercer robot (dependiendo el orden en que terminaron) que vaya a depositar sólo las flores juntadas a la esquina (40,40).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400" u="non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400" u="non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Notas: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El robot 5, el jefe comienza en la esquina (1,1).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El robot 1 comienza en la esquina (2,2).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El robot 2 comienza en la esquina (3,3)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El robot 3 comienza en la esquina (4,4)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400" u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El robot 4 comienza en la esquina (5,5).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400" u="non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400" u="non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ldegiusti</dc:creator>
</cp:coreProperties>
</file>